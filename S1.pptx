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Conceptos básicos de estadística e introducción a R</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Estadística descriptiva e inferencial</a:t>
            </a:r>
          </a:p>
        </p:txBody>
      </p:sp>
      <p:sp>
        <p:nvSpPr>
          <p:cNvPr id="3" name="Content Placeholder 2"/>
          <p:cNvSpPr>
            <a:spLocks noGrp="1"/>
          </p:cNvSpPr>
          <p:nvPr>
            <p:ph idx="1"/>
          </p:nvPr>
        </p:nvSpPr>
        <p:spPr/>
        <p:txBody>
          <a:bodyPr/>
          <a:lstStyle/>
          <a:p>
            <a:pPr lvl="0" indent="0" marL="0">
              <a:buNone/>
            </a:pPr>
            <a:r>
              <a:rPr/>
              <a:t>La estadística tiene una presencia constante en nuestra vida, aunque rara vez le prestemos atención. Está en las decisiones que tomamos, en las recomendaciones que recibimos y en cómo entendemos el mundo que nos rodea.</a:t>
            </a:r>
          </a:p>
          <a:p>
            <a:pPr lvl="0" indent="0" marL="0">
              <a:buNone/>
            </a:pPr>
            <a:r>
              <a:rPr/>
              <a:t>Hoy existimos inmersos en datos: cada visita al médico, cada interacción en línea o compra registrada por un dispositivo móvil produce información que alimenta sistemas sobre quiénes somos y qué deseamos. Este flujo constante de datos ha hecho que la estadística sea una herramienta poderosa en varios campos de nuestra sociedad. En salud, por ejemplo, se utilizan estadísticas para medir riesgos, evaluar el efecto de tratamientos y diseñar estrategias para prevenir enfermedades. El análisis estadístico sustenta los ensayos clínicos que prueban nuevos medicamentos, con el objetivo de confirmar su seguridad y eficacia. En deportes, se aplica para estudiar la efectividad de jugadores y equipos, lo que puede optimizar estrategias que son el factor decisivo entre perder o ganar un partido. En educación, las estadísticas son críticas en la evaluación del rendimiento académico, identificando áreas que necesitan un atención y adaptando métodos de enseñanza a las necesidades de los estudiantes.</a:t>
            </a:r>
          </a:p>
          <a:p>
            <a:pPr lvl="0" indent="0" marL="0">
              <a:buNone/>
            </a:pPr>
            <a:r>
              <a:rPr/>
              <a:t>Incluso en nuestras vidas digitales, las estadísticas son la base de los algoritmos que personalizan lo que vemos en las redes sociales, sugieren qué película ver o qué ruta tomar para evitar un atasco de tráfico. Realizamos, incluso en situaciones cotidianas y sin ser plenamente conscientes de ello, pequeños análisis estadísticos: comparando precios mientras compramos, calculando promedios en nuestros gastos mensuales o verificando si debemos abrigarnos, según el pronóstico del tiempo del tiempo.</a:t>
            </a:r>
          </a:p>
          <a:p>
            <a:pPr lvl="0" indent="0" marL="0">
              <a:buNone/>
            </a:pPr>
            <a:r>
              <a:rPr/>
              <a:t>Y es que la base de la estadística es la capacidad de recolectar, organizar, analizar, interpretar y presentar datos. Sin embargo, en este curso nos enfocaremos en explorar la Ciencia Estadística en su sentido más riguroso y estructurado. La Ciencia Estadística es un conjunto metódico de herramientas y técnicas que nos permite no solo recolectar datos, sino también analizarlos con profundidad e inferir conclusiones significativas [@agresti2023].</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Población, muestra, parámetros y estadísticos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Tipos de variables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Ideas centrales de descripción de datos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Introducción al muestreo</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Entorno de trabajo en Rstudio</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Objetos básicos: numéricos, lógicos y de texto</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Vectores y funciones elementales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Importación de datos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Exploración inicial y manejo de librerías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Conceptos básicos de estadística e introducción a R</dc:title>
  <dc:creator/>
  <cp:keywords/>
  <dcterms:created xsi:type="dcterms:W3CDTF">2025-12-24T14:29:38Z</dcterms:created>
  <dcterms:modified xsi:type="dcterms:W3CDTF">2025-12-24T14:29:38Z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visual</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toc-title">
    <vt:lpwstr>Table of contents</vt:lpwstr>
  </property>
</Properties>
</file>